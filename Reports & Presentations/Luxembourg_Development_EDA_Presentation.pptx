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47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2756" y="1695450"/>
            <a:ext cx="619848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Luxembourg Development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863047" y="3143250"/>
            <a:ext cx="54177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Tudor </a:t>
            </a:r>
            <a:r>
              <a:rPr lang="en-US" sz="1800" dirty="0" err="1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Sclifos</a:t>
            </a:r>
            <a:r>
              <a:rPr lang="en-US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IS-251M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37811" y="4572000"/>
            <a:ext cx="13383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Eurostat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858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2192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3027" y="130492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1847850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28600" y="2266950"/>
            <a:ext cx="2746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indicators from Eurostat across categories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25850" y="1333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00276" y="141922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25850" y="1962150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25850" y="2381250"/>
            <a:ext cx="2746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detection, temporal alignment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23099" y="1333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97526" y="141922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23099" y="1962150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23099" y="2381250"/>
            <a:ext cx="2746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normalization, aggregation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" y="29527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3027" y="303847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" y="3581400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28600" y="4000500"/>
            <a:ext cx="2746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Univariate, bivariate, multivariate and correlation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5850" y="29527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00276" y="303847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25850" y="3581400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25850" y="4000500"/>
            <a:ext cx="2746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identification and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3099" y="30670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97526" y="315277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23099" y="3695700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23099" y="4114800"/>
            <a:ext cx="2746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&amp; Spearman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2192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9050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1076" y="2019300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28700" y="190500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 inflation-unemployment relationship evolved?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4800" y="26289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1076" y="2743200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28700" y="262890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link between GDP and health outcomes?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33528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1076" y="3467100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28700" y="3352800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unemployment rates affect emigration patterns?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200150"/>
            <a:ext cx="21859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Indicators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733550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indicators analyzed from Eurostat (2 excluded)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" y="2266950"/>
            <a:ext cx="4267200" cy="914400"/>
          </a:xfrm>
          <a:prstGeom prst="roundRect">
            <a:avLst>
              <a:gd name="adj" fmla="val 625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381250"/>
            <a:ext cx="4119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(6)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2900" y="2609850"/>
            <a:ext cx="4119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Inflation, GDP, Consumption, Exports, Imports, Current Account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3257550"/>
            <a:ext cx="4267200" cy="685800"/>
          </a:xfrm>
          <a:prstGeom prst="roundRect">
            <a:avLst>
              <a:gd name="adj" fmla="val 833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3371850"/>
            <a:ext cx="4119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MARKET (1)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" y="3600450"/>
            <a:ext cx="411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Unemployment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8200" y="2043113"/>
            <a:ext cx="4267200" cy="914400"/>
          </a:xfrm>
          <a:prstGeom prst="roundRect">
            <a:avLst>
              <a:gd name="adj" fmla="val 625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0" y="2157413"/>
            <a:ext cx="4119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(5)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62500" y="2386013"/>
            <a:ext cx="4119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Population, Emigration, Immigration, Life Expectancy, Deaths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8200" y="3033713"/>
            <a:ext cx="4267200" cy="952500"/>
          </a:xfrm>
          <a:prstGeom prst="roundRect">
            <a:avLst>
              <a:gd name="adj" fmla="val 6000"/>
            </a:avLst>
          </a:prstGeom>
          <a:solidFill>
            <a:srgbClr val="FFE5E5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1550" y="3167063"/>
            <a:ext cx="4080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(2)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1550" y="3395663"/>
            <a:ext cx="408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Vacancies, House Prices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1550" y="3662362"/>
            <a:ext cx="4080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historical data (&lt;20 years)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28613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vs Unemployment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728663"/>
            <a:ext cx="8860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correlation (-0.43 Spearman Correlation) (2004-2024)</a:t>
            </a:r>
            <a:endParaRPr lang="en-US" sz="1200" dirty="0"/>
          </a:p>
        </p:txBody>
      </p:sp>
      <p:pic>
        <p:nvPicPr>
          <p:cNvPr id="4" name="Image 0" descr="/mnt/user-data/uploads/176208605415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47763"/>
            <a:ext cx="86868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28613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Prosperity &amp; Health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728663"/>
            <a:ext cx="8860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positive correlation (0.95 Pearson Correlation) (1994-2024)</a:t>
            </a:r>
            <a:endParaRPr lang="en-US" sz="1200" dirty="0"/>
          </a:p>
        </p:txBody>
      </p:sp>
      <p:pic>
        <p:nvPicPr>
          <p:cNvPr id="4" name="Image 0" descr="/mnt/user-data/uploads/176208606233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47763"/>
            <a:ext cx="86868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28613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Unemployment &amp; Emigration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728663"/>
            <a:ext cx="8860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Counterintuitive negative relationship (after removing the population trend)</a:t>
            </a:r>
            <a:endParaRPr lang="en-US" sz="1200" dirty="0"/>
          </a:p>
        </p:txBody>
      </p:sp>
      <p:pic>
        <p:nvPicPr>
          <p:cNvPr id="4" name="Image 0" descr="/mnt/user-data/uploads/176208607261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47763"/>
            <a:ext cx="86868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19113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919162"/>
            <a:ext cx="8860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relationships: Life expectancy, GDP, and unemployment</a:t>
            </a:r>
            <a:endParaRPr lang="en-US" sz="1200" dirty="0"/>
          </a:p>
        </p:txBody>
      </p:sp>
      <p:pic>
        <p:nvPicPr>
          <p:cNvPr id="4" name="Image 0" descr="/mnt/user-data/uploads/176208633676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38263"/>
            <a:ext cx="86868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314450"/>
            <a:ext cx="210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323850" y="1809750"/>
            <a:ext cx="0" cy="5715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5300" y="18097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 GDP Growth vs 2.3x Population Growth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5300" y="211455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€3.8B to €22.9B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3850" y="2533650"/>
            <a:ext cx="0" cy="57150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5300" y="25336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Jobless Growth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5300" y="283845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GDP-Unemployment r = 0.77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3850" y="3257550"/>
            <a:ext cx="0" cy="5715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300" y="32575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Driven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5300" y="356235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17K in vs 10K out annually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43450" y="1733550"/>
            <a:ext cx="0" cy="57150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4900" y="17335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Distinct Unemployment Regimes</a:t>
            </a:r>
          </a:p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4900" y="203835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distinct regimes: 1-3% and 5-7%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43450" y="2457450"/>
            <a:ext cx="0" cy="5715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4900" y="24574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Healthcare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14900" y="276225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expectancy at ~83 years VS EU at ~81.7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43450" y="3181350"/>
            <a:ext cx="0" cy="57150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4900" y="3181350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Independence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4900" y="348615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correlations with other factors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4191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104900"/>
            <a:ext cx="8534400" cy="1104900"/>
          </a:xfrm>
          <a:prstGeom prst="roundRect">
            <a:avLst>
              <a:gd name="adj" fmla="val 689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33375" y="1104900"/>
            <a:ext cx="0" cy="11049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0550" y="1333500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Development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0550" y="1676400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prosperity translates to improved health outcomes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362200"/>
            <a:ext cx="8534400" cy="1104900"/>
          </a:xfrm>
          <a:prstGeom prst="roundRect">
            <a:avLst>
              <a:gd name="adj" fmla="val 689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3375" y="2362200"/>
            <a:ext cx="0" cy="110490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0550" y="2590800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Challenges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0550" y="2933700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Jobless growth and potential brain drain require policy attention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4800" y="3619500"/>
            <a:ext cx="8534400" cy="1104900"/>
          </a:xfrm>
          <a:prstGeom prst="roundRect">
            <a:avLst>
              <a:gd name="adj" fmla="val 689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3375" y="3619500"/>
            <a:ext cx="0" cy="11049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0550" y="3848100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Economy Resilience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0550" y="4191000"/>
            <a:ext cx="8180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enables sustained prosperity despite small country size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306</Words>
  <Application>Microsoft Office PowerPoint</Application>
  <PresentationFormat>On-screen Show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European Development Indicators Analysis</dc:title>
  <dc:subject>PptxGenJS Presentation</dc:subject>
  <dc:creator>Luxembourg Development Analysis</dc:creator>
  <cp:lastModifiedBy>admin</cp:lastModifiedBy>
  <cp:revision>9</cp:revision>
  <dcterms:created xsi:type="dcterms:W3CDTF">2025-11-02T14:08:02Z</dcterms:created>
  <dcterms:modified xsi:type="dcterms:W3CDTF">2025-11-03T16:33:32Z</dcterms:modified>
</cp:coreProperties>
</file>